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3" r:id="rId1"/>
  </p:sldMasterIdLst>
  <p:sldIdLst>
    <p:sldId id="256" r:id="rId2"/>
    <p:sldId id="259" r:id="rId3"/>
    <p:sldId id="260" r:id="rId4"/>
    <p:sldId id="261" r:id="rId5"/>
    <p:sldId id="262" r:id="rId6"/>
    <p:sldId id="263" r:id="rId7"/>
    <p:sldId id="264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3" autoAdjust="0"/>
    <p:restoredTop sz="94660"/>
  </p:normalViewPr>
  <p:slideViewPr>
    <p:cSldViewPr snapToGrid="0">
      <p:cViewPr varScale="1">
        <p:scale>
          <a:sx n="71" d="100"/>
          <a:sy n="71" d="100"/>
        </p:scale>
        <p:origin x="912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esse hicklen" userId="bd39b6822b59d068" providerId="LiveId" clId="{2E94B7A8-5535-4BFA-AB00-B0DCAED76EF8}"/>
    <pc:docChg chg="modSld">
      <pc:chgData name="jesse hicklen" userId="bd39b6822b59d068" providerId="LiveId" clId="{2E94B7A8-5535-4BFA-AB00-B0DCAED76EF8}" dt="2025-12-02T00:37:01.026" v="1" actId="20577"/>
      <pc:docMkLst>
        <pc:docMk/>
      </pc:docMkLst>
      <pc:sldChg chg="modSp mod">
        <pc:chgData name="jesse hicklen" userId="bd39b6822b59d068" providerId="LiveId" clId="{2E94B7A8-5535-4BFA-AB00-B0DCAED76EF8}" dt="2025-12-02T00:35:52.648" v="0" actId="1076"/>
        <pc:sldMkLst>
          <pc:docMk/>
          <pc:sldMk cId="810925866" sldId="262"/>
        </pc:sldMkLst>
        <pc:picChg chg="mod">
          <ac:chgData name="jesse hicklen" userId="bd39b6822b59d068" providerId="LiveId" clId="{2E94B7A8-5535-4BFA-AB00-B0DCAED76EF8}" dt="2025-12-02T00:35:52.648" v="0" actId="1076"/>
          <ac:picMkLst>
            <pc:docMk/>
            <pc:sldMk cId="810925866" sldId="262"/>
            <ac:picMk id="4" creationId="{2C690DE9-93E1-70A0-7ECC-2C2A0B72C175}"/>
          </ac:picMkLst>
        </pc:picChg>
      </pc:sldChg>
      <pc:sldChg chg="modSp mod">
        <pc:chgData name="jesse hicklen" userId="bd39b6822b59d068" providerId="LiveId" clId="{2E94B7A8-5535-4BFA-AB00-B0DCAED76EF8}" dt="2025-12-02T00:37:01.026" v="1" actId="20577"/>
        <pc:sldMkLst>
          <pc:docMk/>
          <pc:sldMk cId="1363363707" sldId="264"/>
        </pc:sldMkLst>
        <pc:spChg chg="mod">
          <ac:chgData name="jesse hicklen" userId="bd39b6822b59d068" providerId="LiveId" clId="{2E94B7A8-5535-4BFA-AB00-B0DCAED76EF8}" dt="2025-12-02T00:37:01.026" v="1" actId="20577"/>
          <ac:spMkLst>
            <pc:docMk/>
            <pc:sldMk cId="1363363707" sldId="264"/>
            <ac:spMk id="2" creationId="{F0A27746-CE6A-DD99-87A2-590BFCE4722D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90861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05610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23093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20856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55757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74179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34971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83556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77122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12/1/2025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73879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84178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15964001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410629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12/1/2025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36500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12/1/2025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1631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009232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95116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391802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4" r:id="rId1"/>
    <p:sldLayoutId id="2147483725" r:id="rId2"/>
    <p:sldLayoutId id="2147483726" r:id="rId3"/>
    <p:sldLayoutId id="2147483727" r:id="rId4"/>
    <p:sldLayoutId id="2147483728" r:id="rId5"/>
    <p:sldLayoutId id="2147483729" r:id="rId6"/>
    <p:sldLayoutId id="2147483730" r:id="rId7"/>
    <p:sldLayoutId id="2147483731" r:id="rId8"/>
    <p:sldLayoutId id="2147483732" r:id="rId9"/>
    <p:sldLayoutId id="2147483733" r:id="rId10"/>
    <p:sldLayoutId id="2147483734" r:id="rId11"/>
    <p:sldLayoutId id="2147483735" r:id="rId12"/>
    <p:sldLayoutId id="2147483736" r:id="rId13"/>
    <p:sldLayoutId id="2147483737" r:id="rId14"/>
    <p:sldLayoutId id="2147483738" r:id="rId15"/>
    <p:sldLayoutId id="2147483739" r:id="rId16"/>
    <p:sldLayoutId id="2147483740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7O1cS9n9txs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C6A81905-F480-46A4-BC10-215D24EA1A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1A90FFC-B66C-ED2C-6E23-67B7A17AA8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72012" y="1447800"/>
            <a:ext cx="5222325" cy="3329581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EBEBEB"/>
                </a:solidFill>
              </a:rPr>
              <a:t>Hicklens Labyrynth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0DD0E45-565B-AE62-0A07-DAB9AEAD35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72012" y="4777380"/>
            <a:ext cx="5222326" cy="861420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tx2">
                    <a:lumMod val="40000"/>
                    <a:lumOff val="60000"/>
                  </a:schemeClr>
                </a:solidFill>
              </a:rPr>
              <a:t>Developed By Jesse Hicklen</a:t>
            </a:r>
          </a:p>
        </p:txBody>
      </p:sp>
      <p:sp>
        <p:nvSpPr>
          <p:cNvPr id="11" name="Freeform 8">
            <a:extLst>
              <a:ext uri="{FF2B5EF4-FFF2-40B4-BE49-F238E27FC236}">
                <a16:creationId xmlns:a16="http://schemas.microsoft.com/office/drawing/2014/main" id="{36FD4D9D-3784-41E8-8405-A42B72F513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135692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EDE3980-334B-22CC-286B-78ECFB8E896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1595" r="41644"/>
          <a:stretch>
            <a:fillRect/>
          </a:stretch>
        </p:blipFill>
        <p:spPr>
          <a:xfrm>
            <a:off x="20" y="10"/>
            <a:ext cx="4481944" cy="6857990"/>
          </a:xfrm>
          <a:custGeom>
            <a:avLst/>
            <a:gdLst/>
            <a:ahLst/>
            <a:cxnLst/>
            <a:rect l="l" t="t" r="r" b="b"/>
            <a:pathLst>
              <a:path w="4481964" h="6858000">
                <a:moveTo>
                  <a:pt x="0" y="0"/>
                </a:moveTo>
                <a:lnTo>
                  <a:pt x="3137249" y="0"/>
                </a:lnTo>
                <a:lnTo>
                  <a:pt x="4480787" y="0"/>
                </a:lnTo>
                <a:lnTo>
                  <a:pt x="4455742" y="155676"/>
                </a:lnTo>
                <a:lnTo>
                  <a:pt x="4431873" y="310667"/>
                </a:lnTo>
                <a:lnTo>
                  <a:pt x="4408509" y="466344"/>
                </a:lnTo>
                <a:lnTo>
                  <a:pt x="4388506" y="622706"/>
                </a:lnTo>
                <a:lnTo>
                  <a:pt x="4368335" y="778383"/>
                </a:lnTo>
                <a:lnTo>
                  <a:pt x="4349509" y="934745"/>
                </a:lnTo>
                <a:lnTo>
                  <a:pt x="4333373" y="1089050"/>
                </a:lnTo>
                <a:lnTo>
                  <a:pt x="4318077" y="1245413"/>
                </a:lnTo>
                <a:lnTo>
                  <a:pt x="4304125" y="1401089"/>
                </a:lnTo>
                <a:lnTo>
                  <a:pt x="4292023" y="1554023"/>
                </a:lnTo>
                <a:lnTo>
                  <a:pt x="4279920" y="1709013"/>
                </a:lnTo>
                <a:lnTo>
                  <a:pt x="4269835" y="1861947"/>
                </a:lnTo>
                <a:lnTo>
                  <a:pt x="4261935" y="2014880"/>
                </a:lnTo>
                <a:lnTo>
                  <a:pt x="4253698" y="2167128"/>
                </a:lnTo>
                <a:lnTo>
                  <a:pt x="4246807" y="2318004"/>
                </a:lnTo>
                <a:lnTo>
                  <a:pt x="4241932" y="2467508"/>
                </a:lnTo>
                <a:lnTo>
                  <a:pt x="4237730" y="2617013"/>
                </a:lnTo>
                <a:lnTo>
                  <a:pt x="4233696" y="2765145"/>
                </a:lnTo>
                <a:lnTo>
                  <a:pt x="4231847" y="2911221"/>
                </a:lnTo>
                <a:lnTo>
                  <a:pt x="4229830" y="3057296"/>
                </a:lnTo>
                <a:lnTo>
                  <a:pt x="4228821" y="3201314"/>
                </a:lnTo>
                <a:lnTo>
                  <a:pt x="4229830" y="3343960"/>
                </a:lnTo>
                <a:lnTo>
                  <a:pt x="4229830" y="3485235"/>
                </a:lnTo>
                <a:lnTo>
                  <a:pt x="4231847" y="3625138"/>
                </a:lnTo>
                <a:lnTo>
                  <a:pt x="4234872" y="3762298"/>
                </a:lnTo>
                <a:lnTo>
                  <a:pt x="4237730" y="3898087"/>
                </a:lnTo>
                <a:lnTo>
                  <a:pt x="4240924" y="4031132"/>
                </a:lnTo>
                <a:lnTo>
                  <a:pt x="4245798" y="4163491"/>
                </a:lnTo>
                <a:lnTo>
                  <a:pt x="4251009" y="4293793"/>
                </a:lnTo>
                <a:lnTo>
                  <a:pt x="4255715" y="4421352"/>
                </a:lnTo>
                <a:lnTo>
                  <a:pt x="4268995" y="4670298"/>
                </a:lnTo>
                <a:lnTo>
                  <a:pt x="4283114" y="4908956"/>
                </a:lnTo>
                <a:lnTo>
                  <a:pt x="4297906" y="5138013"/>
                </a:lnTo>
                <a:lnTo>
                  <a:pt x="4314211" y="5354726"/>
                </a:lnTo>
                <a:lnTo>
                  <a:pt x="4331188" y="5561838"/>
                </a:lnTo>
                <a:lnTo>
                  <a:pt x="4349509" y="5753862"/>
                </a:lnTo>
                <a:lnTo>
                  <a:pt x="4367495" y="5934227"/>
                </a:lnTo>
                <a:lnTo>
                  <a:pt x="4385480" y="6100191"/>
                </a:lnTo>
                <a:lnTo>
                  <a:pt x="4402457" y="6252438"/>
                </a:lnTo>
                <a:lnTo>
                  <a:pt x="4418594" y="6387541"/>
                </a:lnTo>
                <a:lnTo>
                  <a:pt x="4433890" y="6509613"/>
                </a:lnTo>
                <a:lnTo>
                  <a:pt x="4446665" y="6612483"/>
                </a:lnTo>
                <a:lnTo>
                  <a:pt x="4458767" y="6698894"/>
                </a:lnTo>
                <a:lnTo>
                  <a:pt x="4476081" y="6817538"/>
                </a:lnTo>
                <a:lnTo>
                  <a:pt x="4481964" y="6858000"/>
                </a:lnTo>
                <a:lnTo>
                  <a:pt x="3577807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60817A52-B891-4228-A61E-0C0A57632D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48957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FDF893-FFFF-07AE-9DC6-F0A4C2053C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Overview: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42A910-C9FB-6916-09C0-08265B66EE5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This game is an action-adventure fantasy sci-fi mix.</a:t>
            </a:r>
          </a:p>
          <a:p>
            <a:r>
              <a:rPr lang="en-US" dirty="0"/>
              <a:t>The player explores a labyrinth, fights goblins and aliens, and searches for keys.</a:t>
            </a:r>
          </a:p>
          <a:p>
            <a:r>
              <a:rPr lang="en-US" dirty="0"/>
              <a:t>The main goal is to reach the final gate and activate an alien teleporter.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9AE08085-7A6F-1053-B720-9C12AE92E5C2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5612290" y="1997839"/>
            <a:ext cx="5613729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Fight goblins and alien enemies.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Navigate through the labyrinth without getting lost.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Find multiple keys hidden throughout the map.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Reach 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final gate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of the labyrinth.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Activate the 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alien teleporter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complete the game.</a:t>
            </a:r>
          </a:p>
        </p:txBody>
      </p:sp>
    </p:spTree>
    <p:extLst>
      <p:ext uri="{BB962C8B-B14F-4D97-AF65-F5344CB8AC3E}">
        <p14:creationId xmlns:p14="http://schemas.microsoft.com/office/powerpoint/2010/main" val="4807436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68FAB-2310-5895-5FBB-555C303EB3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3064" y="355596"/>
            <a:ext cx="5092906" cy="787404"/>
          </a:xfrm>
        </p:spPr>
        <p:txBody>
          <a:bodyPr/>
          <a:lstStyle/>
          <a:p>
            <a:r>
              <a:rPr lang="en-US" dirty="0"/>
              <a:t>Game Mechanics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C5BB8E7F-2B96-8D1A-16E9-7E2E7B0DD817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 bwMode="auto">
          <a:xfrm>
            <a:off x="257560" y="1443670"/>
            <a:ext cx="619951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Hit Detection: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Player’s gold sword detects overlap and</a:t>
            </a:r>
          </a:p>
        </p:txBody>
      </p:sp>
      <p:pic>
        <p:nvPicPr>
          <p:cNvPr id="21" name="Picture 20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AFEE1B37-986A-142B-CDB9-494F636A6F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560" y="1914525"/>
            <a:ext cx="11650701" cy="4486275"/>
          </a:xfrm>
          <a:prstGeom prst="rect">
            <a:avLst/>
          </a:prstGeom>
        </p:spPr>
      </p:pic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41D9EC8E-77B8-8F3C-6CAD-17524FEBE75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 flipV="1">
            <a:off x="6949546" y="1005840"/>
            <a:ext cx="3200400" cy="137160"/>
          </a:xfrm>
        </p:spPr>
        <p:txBody>
          <a:bodyPr>
            <a:normAutofit fontScale="25000" lnSpcReduction="20000"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43078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C382EA-A89F-937F-1D3B-D4BB2AA0D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928026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/>
              <a:t>Enemy AI: Goblins see the player, speak once, then chase.</a:t>
            </a: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4196018-A271-BE2D-BD34-D84349C360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737" y="1380744"/>
            <a:ext cx="11820526" cy="5164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7349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08C73F-954C-B60C-0FE8-1E6A80FB24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046898"/>
          </a:xfrm>
        </p:spPr>
        <p:txBody>
          <a:bodyPr/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/>
              <a:t>Key Collection: Keys unlock progress inside the labyrinth.</a:t>
            </a: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C690DE9-93E1-70A0-7ECC-2C2A0B72C1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96184" y="976167"/>
            <a:ext cx="6199632" cy="2243116"/>
          </a:xfrm>
          <a:prstGeom prst="rect">
            <a:avLst/>
          </a:prstGeom>
        </p:spPr>
      </p:pic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45F1B84-F545-C0C5-C627-5DB167C8238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179" y="3219283"/>
            <a:ext cx="9276253" cy="3498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09258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D9422A-04F7-D20A-3045-A301A47BA9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dirty="0"/>
              <a:t>Player mechanics:</a:t>
            </a:r>
          </a:p>
        </p:txBody>
      </p:sp>
      <p:pic>
        <p:nvPicPr>
          <p:cNvPr id="4" name="Picture 3" descr="A screenshot of a computer">
            <a:extLst>
              <a:ext uri="{FF2B5EF4-FFF2-40B4-BE49-F238E27FC236}">
                <a16:creationId xmlns:a16="http://schemas.microsoft.com/office/drawing/2014/main" id="{F4A3A850-2FC0-2CF4-C679-411DE932C1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0442" y="1332356"/>
            <a:ext cx="11155447" cy="5315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25001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A27746-CE6A-DD99-87A2-590BFCE4722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Video Link: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BC16E47-B93E-672A-6219-9BC0711344F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err="1">
                <a:hlinkClick r:id="rId2"/>
              </a:rPr>
              <a:t>Hicklens</a:t>
            </a:r>
            <a:r>
              <a:rPr lang="en-US" dirty="0">
                <a:hlinkClick r:id="rId2"/>
              </a:rPr>
              <a:t> </a:t>
            </a:r>
            <a:r>
              <a:rPr lang="en-US" dirty="0" err="1">
                <a:hlinkClick r:id="rId2"/>
              </a:rPr>
              <a:t>Labyrynth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36336370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317</TotalTime>
  <Words>130</Words>
  <Application>Microsoft Office PowerPoint</Application>
  <PresentationFormat>Widescreen</PresentationFormat>
  <Paragraphs>22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Century Gothic</vt:lpstr>
      <vt:lpstr>Wingdings</vt:lpstr>
      <vt:lpstr>Wingdings 3</vt:lpstr>
      <vt:lpstr>Ion</vt:lpstr>
      <vt:lpstr>Hicklens Labyrynth </vt:lpstr>
      <vt:lpstr>Overview: </vt:lpstr>
      <vt:lpstr>Game Mechanics</vt:lpstr>
      <vt:lpstr>Enemy AI: Goblins see the player, speak once, then chase.</vt:lpstr>
      <vt:lpstr>Key Collection: Keys unlock progress inside the labyrinth.</vt:lpstr>
      <vt:lpstr>Player mechanics:</vt:lpstr>
      <vt:lpstr>Video Link: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jesse hicklen</dc:creator>
  <cp:lastModifiedBy>jesse hicklen</cp:lastModifiedBy>
  <cp:revision>1</cp:revision>
  <dcterms:created xsi:type="dcterms:W3CDTF">2025-12-01T19:19:49Z</dcterms:created>
  <dcterms:modified xsi:type="dcterms:W3CDTF">2025-12-02T00:37:09Z</dcterms:modified>
</cp:coreProperties>
</file>