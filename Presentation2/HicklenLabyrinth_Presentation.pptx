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2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558809-085A-4777-940C-A3785002F643}" v="1" dt="2025-10-02T20:55:27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hicklen" userId="bd39b6822b59d068" providerId="LiveId" clId="{2E94B7A8-5535-4BFA-AB00-B0DCAED76EF8}"/>
    <pc:docChg chg="undo custSel addSld delSld modSld">
      <pc:chgData name="jesse hicklen" userId="bd39b6822b59d068" providerId="LiveId" clId="{2E94B7A8-5535-4BFA-AB00-B0DCAED76EF8}" dt="2025-10-03T00:12:08.796" v="45" actId="20577"/>
      <pc:docMkLst>
        <pc:docMk/>
      </pc:docMkLst>
      <pc:sldChg chg="delSp delDesignElem">
        <pc:chgData name="jesse hicklen" userId="bd39b6822b59d068" providerId="LiveId" clId="{2E94B7A8-5535-4BFA-AB00-B0DCAED76EF8}" dt="2025-10-02T20:55:27.144" v="11"/>
        <pc:sldMkLst>
          <pc:docMk/>
          <pc:sldMk cId="0" sldId="256"/>
        </pc:sldMkLst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6"/>
            <ac:spMk id="45" creationId="{799037F2-4CAF-446B-90DB-1480B247AA69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6"/>
            <ac:spMk id="46" creationId="{A93898FF-D987-4B0E-BFB4-85F5EB356D4D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6"/>
            <ac:spMk id="47" creationId="{7128589C-AF3D-49CF-BD92-C1D1D2F5387F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6"/>
            <ac:spMk id="48" creationId="{FEB84055-029C-4E86-8844-D05D96C024BC}"/>
          </ac:spMkLst>
        </pc:spChg>
        <pc:picChg chg="del">
          <ac:chgData name="jesse hicklen" userId="bd39b6822b59d068" providerId="LiveId" clId="{2E94B7A8-5535-4BFA-AB00-B0DCAED76EF8}" dt="2025-10-02T20:55:27.144" v="11"/>
          <ac:picMkLst>
            <pc:docMk/>
            <pc:sldMk cId="0" sldId="256"/>
            <ac:picMk id="49" creationId="{8A2842C0-6210-4FDB-B1FF-C14C927377FB}"/>
          </ac:picMkLst>
        </pc:picChg>
      </pc:sldChg>
      <pc:sldChg chg="delSp modSp mod delDesignElem">
        <pc:chgData name="jesse hicklen" userId="bd39b6822b59d068" providerId="LiveId" clId="{2E94B7A8-5535-4BFA-AB00-B0DCAED76EF8}" dt="2025-10-03T00:12:08.796" v="45" actId="20577"/>
        <pc:sldMkLst>
          <pc:docMk/>
          <pc:sldMk cId="0" sldId="258"/>
        </pc:sldMkLst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8"/>
            <ac:spMk id="8" creationId="{081EA652-8C6A-4E69-BEB9-170809474553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8"/>
            <ac:spMk id="12" creationId="{7F488E8B-4E1E-4402-8935-D4E6C02615C7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8"/>
            <ac:spMk id="17" creationId="{5298780A-33B9-4EA2-8F67-DE68AD62841B}"/>
          </ac:spMkLst>
        </pc:spChg>
        <pc:spChg chg="mod">
          <ac:chgData name="jesse hicklen" userId="bd39b6822b59d068" providerId="LiveId" clId="{2E94B7A8-5535-4BFA-AB00-B0DCAED76EF8}" dt="2025-10-03T00:12:08.796" v="45" actId="20577"/>
          <ac:spMkLst>
            <pc:docMk/>
            <pc:sldMk cId="0" sldId="258"/>
            <ac:spMk id="18" creationId="{00000000-0000-0000-0000-000000000000}"/>
          </ac:spMkLst>
        </pc:spChg>
      </pc:sldChg>
      <pc:sldChg chg="delSp modSp del mod delDesignElem">
        <pc:chgData name="jesse hicklen" userId="bd39b6822b59d068" providerId="LiveId" clId="{2E94B7A8-5535-4BFA-AB00-B0DCAED76EF8}" dt="2025-10-03T00:11:29.241" v="15" actId="2696"/>
        <pc:sldMkLst>
          <pc:docMk/>
          <pc:sldMk cId="0" sldId="259"/>
        </pc:sldMkLst>
        <pc:spChg chg="mod">
          <ac:chgData name="jesse hicklen" userId="bd39b6822b59d068" providerId="LiveId" clId="{2E94B7A8-5535-4BFA-AB00-B0DCAED76EF8}" dt="2025-10-02T20:55:27.270" v="13" actId="27636"/>
          <ac:spMkLst>
            <pc:docMk/>
            <pc:sldMk cId="0" sldId="259"/>
            <ac:spMk id="2" creationId="{00000000-0000-0000-0000-000000000000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9"/>
            <ac:spMk id="8" creationId="{081EA652-8C6A-4E69-BEB9-170809474553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9"/>
            <ac:spMk id="10" creationId="{5298780A-33B9-4EA2-8F67-DE68AD62841B}"/>
          </ac:spMkLst>
        </pc:spChg>
        <pc:spChg chg="del">
          <ac:chgData name="jesse hicklen" userId="bd39b6822b59d068" providerId="LiveId" clId="{2E94B7A8-5535-4BFA-AB00-B0DCAED76EF8}" dt="2025-10-02T20:55:27.144" v="11"/>
          <ac:spMkLst>
            <pc:docMk/>
            <pc:sldMk cId="0" sldId="259"/>
            <ac:spMk id="12" creationId="{7F488E8B-4E1E-4402-8935-D4E6C02615C7}"/>
          </ac:spMkLst>
        </pc:spChg>
      </pc:sldChg>
      <pc:sldChg chg="modSp add del mod">
        <pc:chgData name="jesse hicklen" userId="bd39b6822b59d068" providerId="LiveId" clId="{2E94B7A8-5535-4BFA-AB00-B0DCAED76EF8}" dt="2025-10-02T20:55:27.279" v="14" actId="27636"/>
        <pc:sldMkLst>
          <pc:docMk/>
          <pc:sldMk cId="0" sldId="260"/>
        </pc:sldMkLst>
        <pc:spChg chg="mod">
          <ac:chgData name="jesse hicklen" userId="bd39b6822b59d068" providerId="LiveId" clId="{2E94B7A8-5535-4BFA-AB00-B0DCAED76EF8}" dt="2025-10-02T20:55:27.144" v="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jesse hicklen" userId="bd39b6822b59d068" providerId="LiveId" clId="{2E94B7A8-5535-4BFA-AB00-B0DCAED76EF8}" dt="2025-10-02T20:55:27.279" v="14" actId="27636"/>
          <ac:spMkLst>
            <pc:docMk/>
            <pc:sldMk cId="0" sldId="260"/>
            <ac:spMk id="3" creationId="{00000000-0000-0000-0000-000000000000}"/>
          </ac:spMkLst>
        </pc:spChg>
      </pc:sldChg>
      <pc:sldChg chg="del">
        <pc:chgData name="jesse hicklen" userId="bd39b6822b59d068" providerId="LiveId" clId="{2E94B7A8-5535-4BFA-AB00-B0DCAED76EF8}" dt="2025-10-01T21:32:58.230" v="0" actId="47"/>
        <pc:sldMkLst>
          <pc:docMk/>
          <pc:sldMk cId="0" sldId="261"/>
        </pc:sldMkLst>
      </pc:sldChg>
      <pc:sldChg chg="modSp mod">
        <pc:chgData name="jesse hicklen" userId="bd39b6822b59d068" providerId="LiveId" clId="{2E94B7A8-5535-4BFA-AB00-B0DCAED76EF8}" dt="2025-10-01T21:35:00.950" v="7" actId="20577"/>
        <pc:sldMkLst>
          <pc:docMk/>
          <pc:sldMk cId="30505384" sldId="262"/>
        </pc:sldMkLst>
        <pc:spChg chg="mod">
          <ac:chgData name="jesse hicklen" userId="bd39b6822b59d068" providerId="LiveId" clId="{2E94B7A8-5535-4BFA-AB00-B0DCAED76EF8}" dt="2025-10-01T21:35:00.950" v="7" actId="20577"/>
          <ac:spMkLst>
            <pc:docMk/>
            <pc:sldMk cId="30505384" sldId="262"/>
            <ac:spMk id="9" creationId="{9EC47FFE-5791-0917-8143-2A462F25E7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9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4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8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9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6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1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0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9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0116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66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89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68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49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16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613" y="1600200"/>
            <a:ext cx="6151164" cy="2295748"/>
          </a:xfrm>
        </p:spPr>
        <p:txBody>
          <a:bodyPr anchor="b">
            <a:normAutofit/>
          </a:bodyPr>
          <a:lstStyle/>
          <a:p>
            <a:r>
              <a:rPr lang="en-US" sz="4200"/>
              <a:t>Hicklens Labyrinth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613" y="4067661"/>
            <a:ext cx="6151164" cy="1118764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tx1">
                    <a:alpha val="70000"/>
                  </a:schemeClr>
                </a:solidFill>
              </a:rPr>
              <a:t>Jesse Hicklen – CS-423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World Layout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Start area: outside courtyard </a:t>
            </a:r>
          </a:p>
          <a:p>
            <a:r>
              <a:rPr lang="en-US" sz="1600" dirty="0"/>
              <a:t>Entrance to the abandoned labyrinth</a:t>
            </a:r>
          </a:p>
          <a:p>
            <a:r>
              <a:rPr lang="en-US" sz="1600" dirty="0"/>
              <a:t>1 interactable NPC to set the plot 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 descr="A grass field with trees and a building&#10;&#10;AI-generated content may be incorrect.">
            <a:extLst>
              <a:ext uri="{FF2B5EF4-FFF2-40B4-BE49-F238E27FC236}">
                <a16:creationId xmlns:a16="http://schemas.microsoft.com/office/drawing/2014/main" id="{C4E787D4-EFB9-64EA-CFB6-D1E4912F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585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A385-D0AB-9A1C-43DF-34EBEE66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World layout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C47FFE-5791-0917-8143-2A462F2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A maze filled with twisting paths, and dead ends</a:t>
            </a:r>
          </a:p>
          <a:p>
            <a:r>
              <a:rPr lang="en-US" sz="1600" dirty="0"/>
              <a:t>Scattered throughout the maze are obstacles that must be solved to progress.</a:t>
            </a:r>
          </a:p>
          <a:p>
            <a:r>
              <a:rPr lang="en-US" sz="1600" dirty="0"/>
              <a:t>Players will encounter enemy creatures guarding key areas.</a:t>
            </a:r>
          </a:p>
          <a:p>
            <a:r>
              <a:rPr lang="en-US" sz="1600" dirty="0"/>
              <a:t>within the maze lies a small abandoned town with a few towns people still left.</a:t>
            </a:r>
          </a:p>
        </p:txBody>
      </p:sp>
      <p:pic>
        <p:nvPicPr>
          <p:cNvPr id="5" name="Content Placeholder 4" descr="A building with many buildings">
            <a:extLst>
              <a:ext uri="{FF2B5EF4-FFF2-40B4-BE49-F238E27FC236}">
                <a16:creationId xmlns:a16="http://schemas.microsoft.com/office/drawing/2014/main" id="{922C6262-8994-AFA7-E2B5-C03418DC9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57" r="1" b="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0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Assets Needed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 fontScale="92500" lnSpcReduction="20000"/>
          </a:bodyPr>
          <a:lstStyle/>
          <a:p>
            <a:r>
              <a:rPr sz="2100" dirty="0"/>
              <a:t>Environment:</a:t>
            </a:r>
          </a:p>
          <a:p>
            <a:r>
              <a:rPr sz="2100" dirty="0"/>
              <a:t> Grass textures, stone maze walls, </a:t>
            </a:r>
            <a:r>
              <a:rPr sz="2100"/>
              <a:t>medieval</a:t>
            </a:r>
            <a:r>
              <a:rPr lang="en-US" sz="2100"/>
              <a:t> weapons and props</a:t>
            </a:r>
            <a:endParaRPr sz="2100"/>
          </a:p>
          <a:p>
            <a:r>
              <a:rPr sz="2100" dirty="0"/>
              <a:t>Characters:</a:t>
            </a:r>
          </a:p>
          <a:p>
            <a:r>
              <a:rPr sz="2100" dirty="0"/>
              <a:t>  Player model, AI enemy (knight/monster), NPC villagers</a:t>
            </a:r>
          </a:p>
          <a:p>
            <a:r>
              <a:rPr sz="2100" dirty="0"/>
              <a:t>Other Assets:</a:t>
            </a:r>
          </a:p>
          <a:p>
            <a:r>
              <a:rPr sz="2100" dirty="0"/>
              <a:t> obstacles (locked doors, traps</a:t>
            </a:r>
            <a:r>
              <a:rPr lang="en-US" sz="2100" dirty="0"/>
              <a:t>, Keys for doors</a:t>
            </a:r>
            <a:r>
              <a:rPr sz="2100" dirty="0"/>
              <a:t>)</a:t>
            </a:r>
          </a:p>
          <a:p>
            <a:endParaRPr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3000" dirty="0"/>
              <a:t> World Design: courtyard</a:t>
            </a:r>
            <a:r>
              <a:rPr lang="en-US" sz="3000" dirty="0"/>
              <a:t> start area</a:t>
            </a:r>
            <a:r>
              <a:rPr sz="3000" dirty="0"/>
              <a:t> + maze + town layout</a:t>
            </a:r>
          </a:p>
          <a:p>
            <a:r>
              <a:rPr sz="3000" dirty="0"/>
              <a:t>Player Controls: movement &amp; collision</a:t>
            </a:r>
            <a:r>
              <a:rPr lang="en-US" sz="3000" dirty="0"/>
              <a:t>/trigger</a:t>
            </a:r>
            <a:r>
              <a:rPr sz="3000" dirty="0"/>
              <a:t> detection</a:t>
            </a:r>
            <a:r>
              <a:rPr lang="en-US" sz="3000" dirty="0"/>
              <a:t> with NPCs and puzzles</a:t>
            </a:r>
            <a:endParaRPr sz="3000" dirty="0"/>
          </a:p>
          <a:p>
            <a:r>
              <a:rPr sz="3000" dirty="0"/>
              <a:t>AI Enemy: pathfinding + chase behavior</a:t>
            </a:r>
            <a:r>
              <a:rPr lang="en-US" sz="3000" dirty="0"/>
              <a:t>+ animations with combat and death animations</a:t>
            </a:r>
            <a:endParaRPr sz="3000" dirty="0"/>
          </a:p>
          <a:p>
            <a:r>
              <a:rPr sz="3000" dirty="0"/>
              <a:t>Obstacles: interactive objects that block/slow progress</a:t>
            </a:r>
          </a:p>
          <a:p>
            <a:r>
              <a:rPr sz="3000" dirty="0"/>
              <a:t> NPC Interaction: dialog/help system</a:t>
            </a:r>
          </a:p>
          <a:p>
            <a:r>
              <a:rPr sz="3000" dirty="0"/>
              <a:t> UI/Win Condition: </a:t>
            </a:r>
            <a:r>
              <a:rPr lang="en-US" sz="3000" dirty="0"/>
              <a:t>teleporter animation</a:t>
            </a:r>
            <a:endParaRPr sz="3000" dirty="0"/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1205</TotalTime>
  <Words>187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Hicklens Labyrinth </vt:lpstr>
      <vt:lpstr>World Layout</vt:lpstr>
      <vt:lpstr>World layout</vt:lpstr>
      <vt:lpstr>Assets Needed</vt:lpstr>
      <vt:lpstr>Task Breakdown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jesse hicklen</dc:creator>
  <cp:keywords/>
  <dc:description>generated using python-pptx</dc:description>
  <cp:lastModifiedBy>jesse hicklen</cp:lastModifiedBy>
  <cp:revision>2</cp:revision>
  <dcterms:created xsi:type="dcterms:W3CDTF">2013-01-27T09:14:16Z</dcterms:created>
  <dcterms:modified xsi:type="dcterms:W3CDTF">2025-10-03T00:12:09Z</dcterms:modified>
  <cp:category/>
</cp:coreProperties>
</file>